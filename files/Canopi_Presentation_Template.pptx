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1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600" b="0" i="0" u="none" strike="noStrike">
                <a:solidFill>
                  <a:srgbClr val="333333"/>
                </a:solidFill>
                <a:latin typeface="Inter"/>
              </a:defRPr>
            </a:pPr>
            <a:r>
              <a:rPr sz="1600" b="0" i="0" u="none" strike="noStrike">
                <a:solidFill>
                  <a:srgbClr val="333333"/>
                </a:solidFill>
                <a:latin typeface="Inter"/>
              </a:rPr>
              <a:t>[Chart Title]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[Series Name]</c:v>
                </c:pt>
              </c:strCache>
            </c:strRef>
          </c:tx>
          <c:spPr>
            <a:solidFill>
              <a:srgbClr val="2D005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333333"/>
                    </a:solidFill>
                    <a:latin typeface="Inter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[Cat 1]</c:v>
                  </c:pt>
                  <c:pt idx="1">
                    <c:v>[Cat 2]</c:v>
                  </c:pt>
                  <c:pt idx="2">
                    <c:v>[Cat 3]</c:v>
                  </c:pt>
                  <c:pt idx="3">
                    <c:v>[Cat 4]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10</c:v>
                </c:pt>
                <c:pt idx="1">
                  <c:v>18</c:v>
                </c:pt>
                <c:pt idx="2">
                  <c:v>14</c:v>
                </c:pt>
                <c:pt idx="3">
                  <c:v>22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333333"/>
                  </a:solidFill>
                  <a:latin typeface="Inter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55555"/>
                </a:solidFill>
                <a:latin typeface="Inter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5E5E5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55555"/>
                </a:solidFill>
                <a:latin typeface="Inter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D00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sop/canopi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94960" y="1188720"/>
            <a:ext cx="1371600" cy="1371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31520" y="2834640"/>
            <a:ext cx="10698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[Presentation Title]</a:t>
            </a:r>
            <a:endParaRPr lang="en-US" sz="4000" dirty="0"/>
          </a:p>
        </p:txBody>
      </p:sp>
      <p:sp>
        <p:nvSpPr>
          <p:cNvPr id="4" name="Text 1"/>
          <p:cNvSpPr/>
          <p:nvPr/>
        </p:nvSpPr>
        <p:spPr>
          <a:xfrm>
            <a:off x="731520" y="3703320"/>
            <a:ext cx="10698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D9D0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[Subtitle or presenter name]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731520" y="612648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7A8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[Month Year]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D005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Agenda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822960" y="1645920"/>
            <a:ext cx="457200" cy="457200"/>
          </a:xfrm>
          <a:prstGeom prst="ellipse">
            <a:avLst/>
          </a:prstGeom>
          <a:solidFill>
            <a:srgbClr val="EDE7F4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645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D005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554480" y="1664208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[Agenda item 1]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822960" y="2651760"/>
            <a:ext cx="457200" cy="457200"/>
          </a:xfrm>
          <a:prstGeom prst="ellipse">
            <a:avLst/>
          </a:prstGeom>
          <a:solidFill>
            <a:srgbClr val="EDE7F4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2651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D005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554480" y="2670048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[Agenda item 2]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822960" y="3657600"/>
            <a:ext cx="457200" cy="457200"/>
          </a:xfrm>
          <a:prstGeom prst="ellipse">
            <a:avLst/>
          </a:prstGeom>
          <a:solidFill>
            <a:srgbClr val="EDE7F4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3657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D005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554480" y="3675888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[Agenda item 3]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822960" y="4663440"/>
            <a:ext cx="457200" cy="457200"/>
          </a:xfrm>
          <a:prstGeom prst="ellipse">
            <a:avLst/>
          </a:prstGeom>
          <a:solidFill>
            <a:srgbClr val="EDE7F4"/>
          </a:solidFill>
          <a:ln/>
        </p:spPr>
      </p:sp>
      <p:sp>
        <p:nvSpPr>
          <p:cNvPr id="13" name="Text 11"/>
          <p:cNvSpPr/>
          <p:nvPr/>
        </p:nvSpPr>
        <p:spPr>
          <a:xfrm>
            <a:off x="822960" y="46634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D005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554480" y="4681728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[Agenda item 4]</a:t>
            </a:r>
            <a:endParaRPr lang="en-US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2D00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37744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B7A8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[Section Number]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731520" y="2880360"/>
            <a:ext cx="10698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[Section Title]</a:t>
            </a:r>
            <a:endParaRPr lang="en-US" sz="3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D005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[Slide Title]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822960" y="1554480"/>
            <a:ext cx="1033272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200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[Key point one]</a:t>
            </a:r>
            <a:endParaRPr lang="en-US" sz="20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200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[Key point two]</a:t>
            </a:r>
            <a:endParaRPr lang="en-US" sz="20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200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[Key point three]</a:t>
            </a:r>
            <a:endParaRPr lang="en-US" sz="2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D005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[Slide Title]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822960" y="1645920"/>
            <a:ext cx="548640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[Supporting point one]</a:t>
            </a:r>
            <a:endParaRPr lang="en-US" sz="18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[Supporting point two]</a:t>
            </a:r>
            <a:endParaRPr lang="en-US" sz="18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[Supporting point three]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6949440" y="1645920"/>
            <a:ext cx="4480560" cy="3657600"/>
          </a:xfrm>
          <a:prstGeom prst="roundRect">
            <a:avLst>
              <a:gd name="adj" fmla="val 3000"/>
            </a:avLst>
          </a:prstGeom>
          <a:solidFill>
            <a:srgbClr val="F5F5F5"/>
          </a:solidFill>
          <a:ln/>
        </p:spPr>
      </p:sp>
      <p:sp>
        <p:nvSpPr>
          <p:cNvPr id="5" name="Text 3"/>
          <p:cNvSpPr/>
          <p:nvPr/>
        </p:nvSpPr>
        <p:spPr>
          <a:xfrm>
            <a:off x="6949440" y="2377440"/>
            <a:ext cx="4480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2D005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[XX%]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7406640" y="3566160"/>
            <a:ext cx="35661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5555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[Stat description]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D005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[Slide Title]</a:t>
            </a:r>
            <a:endParaRPr lang="en-US" sz="28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822960" y="1463040"/>
          <a:ext cx="10332720" cy="4206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D005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[Slide Title, e.g. Our Team]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90956" y="1737360"/>
            <a:ext cx="3291840" cy="3291840"/>
          </a:xfrm>
          <a:prstGeom prst="roundRect">
            <a:avLst>
              <a:gd name="adj" fmla="val 2778"/>
            </a:avLst>
          </a:prstGeom>
          <a:solidFill>
            <a:srgbClr val="F5F5F5"/>
          </a:solidFill>
          <a:ln/>
        </p:spPr>
      </p:sp>
      <p:sp>
        <p:nvSpPr>
          <p:cNvPr id="4" name="Shape 2"/>
          <p:cNvSpPr/>
          <p:nvPr/>
        </p:nvSpPr>
        <p:spPr>
          <a:xfrm>
            <a:off x="1888236" y="2103120"/>
            <a:ext cx="1097280" cy="1097280"/>
          </a:xfrm>
          <a:prstGeom prst="ellipse">
            <a:avLst/>
          </a:prstGeom>
          <a:solidFill>
            <a:srgbClr val="EDE7F4"/>
          </a:solidFill>
          <a:ln/>
        </p:spPr>
      </p:sp>
      <p:sp>
        <p:nvSpPr>
          <p:cNvPr id="5" name="Text 3"/>
          <p:cNvSpPr/>
          <p:nvPr/>
        </p:nvSpPr>
        <p:spPr>
          <a:xfrm>
            <a:off x="790956" y="338328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2222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[Name / Role]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973836" y="3931920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[One line about them]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448556" y="1737360"/>
            <a:ext cx="3291840" cy="3291840"/>
          </a:xfrm>
          <a:prstGeom prst="roundRect">
            <a:avLst>
              <a:gd name="adj" fmla="val 2778"/>
            </a:avLst>
          </a:prstGeom>
          <a:solidFill>
            <a:srgbClr val="F5F5F5"/>
          </a:solidFill>
          <a:ln/>
        </p:spPr>
      </p:sp>
      <p:sp>
        <p:nvSpPr>
          <p:cNvPr id="8" name="Shape 6"/>
          <p:cNvSpPr/>
          <p:nvPr/>
        </p:nvSpPr>
        <p:spPr>
          <a:xfrm>
            <a:off x="5545836" y="2103120"/>
            <a:ext cx="1097280" cy="1097280"/>
          </a:xfrm>
          <a:prstGeom prst="ellipse">
            <a:avLst/>
          </a:prstGeom>
          <a:solidFill>
            <a:srgbClr val="EDE7F4"/>
          </a:solidFill>
          <a:ln/>
        </p:spPr>
      </p:sp>
      <p:sp>
        <p:nvSpPr>
          <p:cNvPr id="9" name="Text 7"/>
          <p:cNvSpPr/>
          <p:nvPr/>
        </p:nvSpPr>
        <p:spPr>
          <a:xfrm>
            <a:off x="4448556" y="338328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2222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[Name / Role]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631436" y="3931920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[One line about them]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8106156" y="1737360"/>
            <a:ext cx="3291840" cy="3291840"/>
          </a:xfrm>
          <a:prstGeom prst="roundRect">
            <a:avLst>
              <a:gd name="adj" fmla="val 2778"/>
            </a:avLst>
          </a:prstGeom>
          <a:solidFill>
            <a:srgbClr val="F5F5F5"/>
          </a:solidFill>
          <a:ln/>
        </p:spPr>
      </p:sp>
      <p:sp>
        <p:nvSpPr>
          <p:cNvPr id="12" name="Shape 10"/>
          <p:cNvSpPr/>
          <p:nvPr/>
        </p:nvSpPr>
        <p:spPr>
          <a:xfrm>
            <a:off x="9203436" y="2103120"/>
            <a:ext cx="1097280" cy="1097280"/>
          </a:xfrm>
          <a:prstGeom prst="ellipse">
            <a:avLst/>
          </a:prstGeom>
          <a:solidFill>
            <a:srgbClr val="EDE7F4"/>
          </a:solidFill>
          <a:ln/>
        </p:spPr>
      </p:sp>
      <p:sp>
        <p:nvSpPr>
          <p:cNvPr id="13" name="Text 11"/>
          <p:cNvSpPr/>
          <p:nvPr/>
        </p:nvSpPr>
        <p:spPr>
          <a:xfrm>
            <a:off x="8106156" y="338328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2222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[Name / Role]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8289036" y="3931920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[One line about them]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2D00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sop/canopi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94960" y="1463040"/>
            <a:ext cx="1371600" cy="1371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31520" y="310896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Thank You</a:t>
            </a:r>
            <a:endParaRPr lang="en-US" sz="3400" dirty="0"/>
          </a:p>
        </p:txBody>
      </p:sp>
      <p:sp>
        <p:nvSpPr>
          <p:cNvPr id="4" name="Text 1"/>
          <p:cNvSpPr/>
          <p:nvPr/>
        </p:nvSpPr>
        <p:spPr>
          <a:xfrm>
            <a:off x="731520" y="393192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D9D0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[contact@canopi.example]  •  [canopi website]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2026-07-22T06:11:48Z</dcterms:created>
  <dcterms:modified xsi:type="dcterms:W3CDTF">2026-07-22T06:11:48Z</dcterms:modified>
</cp:coreProperties>
</file>